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4"/>
  </p:notesMasterIdLst>
  <p:sldIdLst>
    <p:sldId id="256" r:id="rId2"/>
    <p:sldId id="337" r:id="rId3"/>
    <p:sldId id="341" r:id="rId4"/>
    <p:sldId id="342" r:id="rId5"/>
    <p:sldId id="344" r:id="rId6"/>
    <p:sldId id="340" r:id="rId7"/>
    <p:sldId id="343" r:id="rId8"/>
    <p:sldId id="345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</p:sldIdLst>
  <p:sldSz cx="9144000" cy="5143500" type="screen16x9"/>
  <p:notesSz cx="6858000" cy="9144000"/>
  <p:embeddedFontLst>
    <p:embeddedFont>
      <p:font typeface="Amatic SC" panose="02010600030101010101" charset="-79"/>
      <p:regular r:id="rId25"/>
      <p:bold r:id="rId26"/>
    </p:embeddedFont>
    <p:embeddedFont>
      <p:font typeface="Didact Gothic" panose="02010600030101010101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62408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295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143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0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469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0889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667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441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346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467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9302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ONE_COLUMN_TEXT_5_1_1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39"/>
          <p:cNvSpPr txBox="1">
            <a:spLocks noGrp="1"/>
          </p:cNvSpPr>
          <p:nvPr>
            <p:ph type="subTitle" idx="1"/>
          </p:nvPr>
        </p:nvSpPr>
        <p:spPr>
          <a:xfrm>
            <a:off x="2594250" y="4098475"/>
            <a:ext cx="3955500" cy="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5" name="Google Shape;1775;p39"/>
          <p:cNvSpPr txBox="1">
            <a:spLocks noGrp="1"/>
          </p:cNvSpPr>
          <p:nvPr>
            <p:ph type="title"/>
          </p:nvPr>
        </p:nvSpPr>
        <p:spPr>
          <a:xfrm>
            <a:off x="2555550" y="263290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76" name="Google Shape;1776;p39"/>
          <p:cNvSpPr/>
          <p:nvPr/>
        </p:nvSpPr>
        <p:spPr>
          <a:xfrm>
            <a:off x="1404901" y="4387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9"/>
          <p:cNvGrpSpPr/>
          <p:nvPr/>
        </p:nvGrpSpPr>
        <p:grpSpPr>
          <a:xfrm>
            <a:off x="202650" y="4092004"/>
            <a:ext cx="795393" cy="838490"/>
            <a:chOff x="202650" y="4092004"/>
            <a:chExt cx="795393" cy="838490"/>
          </a:xfrm>
        </p:grpSpPr>
        <p:sp>
          <p:nvSpPr>
            <p:cNvPr id="1778" name="Google Shape;1778;p39"/>
            <p:cNvSpPr/>
            <p:nvPr/>
          </p:nvSpPr>
          <p:spPr>
            <a:xfrm>
              <a:off x="218975" y="4116038"/>
              <a:ext cx="762740" cy="464162"/>
            </a:xfrm>
            <a:custGeom>
              <a:avLst/>
              <a:gdLst/>
              <a:ahLst/>
              <a:cxnLst/>
              <a:rect l="l" t="t" r="r" b="b"/>
              <a:pathLst>
                <a:path w="10021" h="7344" extrusionOk="0">
                  <a:moveTo>
                    <a:pt x="10021" y="0"/>
                  </a:moveTo>
                  <a:cubicBezTo>
                    <a:pt x="9716" y="85"/>
                    <a:pt x="1" y="1231"/>
                    <a:pt x="1" y="1231"/>
                  </a:cubicBezTo>
                  <a:lnTo>
                    <a:pt x="3216" y="3108"/>
                  </a:lnTo>
                  <a:lnTo>
                    <a:pt x="3333" y="6323"/>
                  </a:lnTo>
                  <a:lnTo>
                    <a:pt x="5212" y="5327"/>
                  </a:lnTo>
                  <a:lnTo>
                    <a:pt x="6776" y="734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9" name="Google Shape;1779;p39"/>
            <p:cNvGrpSpPr/>
            <p:nvPr/>
          </p:nvGrpSpPr>
          <p:grpSpPr>
            <a:xfrm>
              <a:off x="202650" y="4092004"/>
              <a:ext cx="795393" cy="494310"/>
              <a:chOff x="2555011" y="1332053"/>
              <a:chExt cx="470564" cy="342462"/>
            </a:xfrm>
          </p:grpSpPr>
          <p:sp>
            <p:nvSpPr>
              <p:cNvPr id="1780" name="Google Shape;1780;p39"/>
              <p:cNvSpPr/>
              <p:nvPr/>
            </p:nvSpPr>
            <p:spPr>
              <a:xfrm>
                <a:off x="2770988" y="1547372"/>
                <a:ext cx="103209" cy="126108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880" extrusionOk="0">
                    <a:moveTo>
                      <a:pt x="75" y="0"/>
                    </a:moveTo>
                    <a:cubicBezTo>
                      <a:pt x="31" y="0"/>
                      <a:pt x="0" y="74"/>
                      <a:pt x="30" y="127"/>
                    </a:cubicBezTo>
                    <a:cubicBezTo>
                      <a:pt x="323" y="629"/>
                      <a:pt x="733" y="1045"/>
                      <a:pt x="1088" y="1504"/>
                    </a:cubicBezTo>
                    <a:cubicBezTo>
                      <a:pt x="1429" y="1946"/>
                      <a:pt x="1727" y="2419"/>
                      <a:pt x="2102" y="2836"/>
                    </a:cubicBezTo>
                    <a:cubicBezTo>
                      <a:pt x="2130" y="2867"/>
                      <a:pt x="2157" y="2879"/>
                      <a:pt x="2181" y="2879"/>
                    </a:cubicBezTo>
                    <a:cubicBezTo>
                      <a:pt x="2251" y="2879"/>
                      <a:pt x="2291" y="2771"/>
                      <a:pt x="2222" y="2694"/>
                    </a:cubicBezTo>
                    <a:cubicBezTo>
                      <a:pt x="1846" y="2277"/>
                      <a:pt x="1550" y="1803"/>
                      <a:pt x="1206" y="1361"/>
                    </a:cubicBezTo>
                    <a:cubicBezTo>
                      <a:pt x="855" y="910"/>
                      <a:pt x="473" y="484"/>
                      <a:pt x="123" y="30"/>
                    </a:cubicBezTo>
                    <a:cubicBezTo>
                      <a:pt x="107" y="9"/>
                      <a:pt x="90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1" name="Google Shape;1781;p39"/>
              <p:cNvGrpSpPr/>
              <p:nvPr/>
            </p:nvGrpSpPr>
            <p:grpSpPr>
              <a:xfrm>
                <a:off x="2555011" y="1332053"/>
                <a:ext cx="470564" cy="342462"/>
                <a:chOff x="2555011" y="1332053"/>
                <a:chExt cx="470564" cy="342462"/>
              </a:xfrm>
            </p:grpSpPr>
            <p:sp>
              <p:nvSpPr>
                <p:cNvPr id="1782" name="Google Shape;1782;p39"/>
                <p:cNvSpPr/>
                <p:nvPr/>
              </p:nvSpPr>
              <p:spPr>
                <a:xfrm>
                  <a:off x="2765855" y="1336081"/>
                  <a:ext cx="250412" cy="21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91" extrusionOk="0">
                      <a:moveTo>
                        <a:pt x="5523" y="0"/>
                      </a:moveTo>
                      <a:cubicBezTo>
                        <a:pt x="5520" y="0"/>
                        <a:pt x="5517" y="1"/>
                        <a:pt x="5514" y="2"/>
                      </a:cubicBezTo>
                      <a:cubicBezTo>
                        <a:pt x="4834" y="215"/>
                        <a:pt x="4062" y="1273"/>
                        <a:pt x="3545" y="1751"/>
                      </a:cubicBezTo>
                      <a:cubicBezTo>
                        <a:pt x="2432" y="2780"/>
                        <a:pt x="1299" y="3833"/>
                        <a:pt x="93" y="4748"/>
                      </a:cubicBezTo>
                      <a:cubicBezTo>
                        <a:pt x="1" y="4818"/>
                        <a:pt x="102" y="4991"/>
                        <a:pt x="199" y="4991"/>
                      </a:cubicBezTo>
                      <a:cubicBezTo>
                        <a:pt x="216" y="4991"/>
                        <a:pt x="233" y="4986"/>
                        <a:pt x="249" y="4973"/>
                      </a:cubicBezTo>
                      <a:cubicBezTo>
                        <a:pt x="1455" y="4047"/>
                        <a:pt x="2585" y="2978"/>
                        <a:pt x="3694" y="1936"/>
                      </a:cubicBezTo>
                      <a:cubicBezTo>
                        <a:pt x="4245" y="1420"/>
                        <a:pt x="5230" y="772"/>
                        <a:pt x="5549" y="81"/>
                      </a:cubicBezTo>
                      <a:cubicBezTo>
                        <a:pt x="5561" y="59"/>
                        <a:pt x="5555" y="0"/>
                        <a:pt x="55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2858307" y="1334461"/>
                  <a:ext cx="163144" cy="340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7766" extrusionOk="0">
                      <a:moveTo>
                        <a:pt x="3549" y="1"/>
                      </a:moveTo>
                      <a:cubicBezTo>
                        <a:pt x="3538" y="1"/>
                        <a:pt x="3526" y="8"/>
                        <a:pt x="3515" y="25"/>
                      </a:cubicBezTo>
                      <a:cubicBezTo>
                        <a:pt x="2735" y="1142"/>
                        <a:pt x="2298" y="2616"/>
                        <a:pt x="1729" y="3862"/>
                      </a:cubicBezTo>
                      <a:cubicBezTo>
                        <a:pt x="1169" y="5087"/>
                        <a:pt x="603" y="6311"/>
                        <a:pt x="43" y="7535"/>
                      </a:cubicBezTo>
                      <a:cubicBezTo>
                        <a:pt x="1" y="7627"/>
                        <a:pt x="105" y="7765"/>
                        <a:pt x="193" y="7765"/>
                      </a:cubicBezTo>
                      <a:cubicBezTo>
                        <a:pt x="221" y="7765"/>
                        <a:pt x="247" y="7752"/>
                        <a:pt x="267" y="7719"/>
                      </a:cubicBezTo>
                      <a:cubicBezTo>
                        <a:pt x="909" y="6629"/>
                        <a:pt x="1369" y="5409"/>
                        <a:pt x="1893" y="4259"/>
                      </a:cubicBezTo>
                      <a:cubicBezTo>
                        <a:pt x="2507" y="2912"/>
                        <a:pt x="3206" y="1570"/>
                        <a:pt x="3612" y="141"/>
                      </a:cubicBezTo>
                      <a:cubicBezTo>
                        <a:pt x="3622" y="104"/>
                        <a:pt x="3590" y="1"/>
                        <a:pt x="35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555011" y="1332053"/>
                  <a:ext cx="470564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0" h="3518" extrusionOk="0">
                      <a:moveTo>
                        <a:pt x="9111" y="468"/>
                      </a:moveTo>
                      <a:lnTo>
                        <a:pt x="9111" y="468"/>
                      </a:lnTo>
                      <a:cubicBezTo>
                        <a:pt x="7421" y="1260"/>
                        <a:pt x="5759" y="2117"/>
                        <a:pt x="4083" y="2937"/>
                      </a:cubicBezTo>
                      <a:cubicBezTo>
                        <a:pt x="3940" y="3008"/>
                        <a:pt x="3386" y="3311"/>
                        <a:pt x="3388" y="3311"/>
                      </a:cubicBezTo>
                      <a:cubicBezTo>
                        <a:pt x="3367" y="3311"/>
                        <a:pt x="2790" y="2946"/>
                        <a:pt x="2617" y="2845"/>
                      </a:cubicBezTo>
                      <a:cubicBezTo>
                        <a:pt x="1945" y="2455"/>
                        <a:pt x="1273" y="2064"/>
                        <a:pt x="602" y="1673"/>
                      </a:cubicBezTo>
                      <a:lnTo>
                        <a:pt x="602" y="1673"/>
                      </a:lnTo>
                      <a:cubicBezTo>
                        <a:pt x="2247" y="1508"/>
                        <a:pt x="3892" y="1213"/>
                        <a:pt x="5527" y="983"/>
                      </a:cubicBezTo>
                      <a:cubicBezTo>
                        <a:pt x="6572" y="835"/>
                        <a:pt x="7617" y="690"/>
                        <a:pt x="8660" y="530"/>
                      </a:cubicBezTo>
                      <a:cubicBezTo>
                        <a:pt x="8807" y="507"/>
                        <a:pt x="8958" y="488"/>
                        <a:pt x="9111" y="468"/>
                      </a:cubicBezTo>
                      <a:close/>
                      <a:moveTo>
                        <a:pt x="10155" y="1"/>
                      </a:moveTo>
                      <a:cubicBezTo>
                        <a:pt x="10137" y="1"/>
                        <a:pt x="10120" y="4"/>
                        <a:pt x="10103" y="12"/>
                      </a:cubicBezTo>
                      <a:cubicBezTo>
                        <a:pt x="10011" y="53"/>
                        <a:pt x="9919" y="95"/>
                        <a:pt x="9828" y="136"/>
                      </a:cubicBezTo>
                      <a:lnTo>
                        <a:pt x="9828" y="136"/>
                      </a:lnTo>
                      <a:cubicBezTo>
                        <a:pt x="6634" y="664"/>
                        <a:pt x="3353" y="1152"/>
                        <a:pt x="135" y="1429"/>
                      </a:cubicBezTo>
                      <a:cubicBezTo>
                        <a:pt x="0" y="1442"/>
                        <a:pt x="45" y="1627"/>
                        <a:pt x="129" y="1676"/>
                      </a:cubicBezTo>
                      <a:cubicBezTo>
                        <a:pt x="949" y="2157"/>
                        <a:pt x="1769" y="2638"/>
                        <a:pt x="2589" y="3118"/>
                      </a:cubicBezTo>
                      <a:cubicBezTo>
                        <a:pt x="3000" y="3359"/>
                        <a:pt x="3179" y="3518"/>
                        <a:pt x="3425" y="3518"/>
                      </a:cubicBezTo>
                      <a:cubicBezTo>
                        <a:pt x="3563" y="3518"/>
                        <a:pt x="3721" y="3468"/>
                        <a:pt x="3952" y="3356"/>
                      </a:cubicBezTo>
                      <a:cubicBezTo>
                        <a:pt x="6070" y="2335"/>
                        <a:pt x="8157" y="1241"/>
                        <a:pt x="10304" y="280"/>
                      </a:cubicBezTo>
                      <a:cubicBezTo>
                        <a:pt x="10449" y="214"/>
                        <a:pt x="10297" y="1"/>
                        <a:pt x="101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699927" y="1480240"/>
                  <a:ext cx="81820" cy="14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" h="3377" extrusionOk="0">
                      <a:moveTo>
                        <a:pt x="173" y="1"/>
                      </a:moveTo>
                      <a:cubicBezTo>
                        <a:pt x="161" y="1"/>
                        <a:pt x="149" y="9"/>
                        <a:pt x="143" y="31"/>
                      </a:cubicBezTo>
                      <a:cubicBezTo>
                        <a:pt x="0" y="550"/>
                        <a:pt x="85" y="1162"/>
                        <a:pt x="96" y="1693"/>
                      </a:cubicBezTo>
                      <a:cubicBezTo>
                        <a:pt x="105" y="2197"/>
                        <a:pt x="115" y="2701"/>
                        <a:pt x="124" y="3206"/>
                      </a:cubicBezTo>
                      <a:cubicBezTo>
                        <a:pt x="125" y="3269"/>
                        <a:pt x="215" y="3377"/>
                        <a:pt x="293" y="3377"/>
                      </a:cubicBezTo>
                      <a:cubicBezTo>
                        <a:pt x="314" y="3377"/>
                        <a:pt x="334" y="3369"/>
                        <a:pt x="352" y="3349"/>
                      </a:cubicBezTo>
                      <a:cubicBezTo>
                        <a:pt x="837" y="2800"/>
                        <a:pt x="1314" y="2249"/>
                        <a:pt x="1751" y="1660"/>
                      </a:cubicBezTo>
                      <a:cubicBezTo>
                        <a:pt x="1816" y="1572"/>
                        <a:pt x="1702" y="1437"/>
                        <a:pt x="1600" y="1437"/>
                      </a:cubicBezTo>
                      <a:cubicBezTo>
                        <a:pt x="1570" y="1437"/>
                        <a:pt x="1541" y="1449"/>
                        <a:pt x="1518" y="1478"/>
                      </a:cubicBezTo>
                      <a:cubicBezTo>
                        <a:pt x="1144" y="1946"/>
                        <a:pt x="768" y="2408"/>
                        <a:pt x="380" y="2862"/>
                      </a:cubicBezTo>
                      <a:lnTo>
                        <a:pt x="380" y="2862"/>
                      </a:lnTo>
                      <a:cubicBezTo>
                        <a:pt x="385" y="1932"/>
                        <a:pt x="455" y="915"/>
                        <a:pt x="219" y="44"/>
                      </a:cubicBezTo>
                      <a:cubicBezTo>
                        <a:pt x="212" y="20"/>
                        <a:pt x="192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2707988" y="1577894"/>
                  <a:ext cx="91861" cy="5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153" extrusionOk="0">
                      <a:moveTo>
                        <a:pt x="1999" y="1"/>
                      </a:moveTo>
                      <a:cubicBezTo>
                        <a:pt x="1996" y="1"/>
                        <a:pt x="1993" y="1"/>
                        <a:pt x="1990" y="2"/>
                      </a:cubicBezTo>
                      <a:cubicBezTo>
                        <a:pt x="1776" y="48"/>
                        <a:pt x="1565" y="188"/>
                        <a:pt x="1371" y="284"/>
                      </a:cubicBezTo>
                      <a:cubicBezTo>
                        <a:pt x="936" y="498"/>
                        <a:pt x="507" y="721"/>
                        <a:pt x="80" y="948"/>
                      </a:cubicBezTo>
                      <a:cubicBezTo>
                        <a:pt x="1" y="991"/>
                        <a:pt x="57" y="1152"/>
                        <a:pt x="129" y="1152"/>
                      </a:cubicBezTo>
                      <a:cubicBezTo>
                        <a:pt x="137" y="1152"/>
                        <a:pt x="146" y="1150"/>
                        <a:pt x="155" y="1146"/>
                      </a:cubicBezTo>
                      <a:cubicBezTo>
                        <a:pt x="599" y="895"/>
                        <a:pt x="1053" y="664"/>
                        <a:pt x="1497" y="415"/>
                      </a:cubicBezTo>
                      <a:cubicBezTo>
                        <a:pt x="1665" y="322"/>
                        <a:pt x="1874" y="234"/>
                        <a:pt x="2012" y="97"/>
                      </a:cubicBezTo>
                      <a:cubicBezTo>
                        <a:pt x="2033" y="75"/>
                        <a:pt x="2040" y="1"/>
                        <a:pt x="19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7" name="Google Shape;1787;p39"/>
            <p:cNvSpPr/>
            <p:nvPr/>
          </p:nvSpPr>
          <p:spPr>
            <a:xfrm>
              <a:off x="530798" y="4587045"/>
              <a:ext cx="419846" cy="227151"/>
            </a:xfrm>
            <a:custGeom>
              <a:avLst/>
              <a:gdLst/>
              <a:ahLst/>
              <a:cxnLst/>
              <a:rect l="l" t="t" r="r" b="b"/>
              <a:pathLst>
                <a:path w="5516" h="3594" extrusionOk="0">
                  <a:moveTo>
                    <a:pt x="845" y="1"/>
                  </a:moveTo>
                  <a:cubicBezTo>
                    <a:pt x="839" y="1"/>
                    <a:pt x="832" y="4"/>
                    <a:pt x="824" y="13"/>
                  </a:cubicBezTo>
                  <a:cubicBezTo>
                    <a:pt x="1" y="956"/>
                    <a:pt x="643" y="2582"/>
                    <a:pt x="1600" y="3159"/>
                  </a:cubicBezTo>
                  <a:cubicBezTo>
                    <a:pt x="2042" y="3425"/>
                    <a:pt x="2647" y="3593"/>
                    <a:pt x="3238" y="3593"/>
                  </a:cubicBezTo>
                  <a:cubicBezTo>
                    <a:pt x="3970" y="3593"/>
                    <a:pt x="4680" y="3335"/>
                    <a:pt x="5036" y="2684"/>
                  </a:cubicBezTo>
                  <a:cubicBezTo>
                    <a:pt x="5515" y="1808"/>
                    <a:pt x="4860" y="662"/>
                    <a:pt x="3905" y="662"/>
                  </a:cubicBezTo>
                  <a:cubicBezTo>
                    <a:pt x="3799" y="662"/>
                    <a:pt x="3689" y="676"/>
                    <a:pt x="3576" y="707"/>
                  </a:cubicBezTo>
                  <a:cubicBezTo>
                    <a:pt x="2331" y="1043"/>
                    <a:pt x="2730" y="2643"/>
                    <a:pt x="3503" y="2643"/>
                  </a:cubicBezTo>
                  <a:cubicBezTo>
                    <a:pt x="3621" y="2643"/>
                    <a:pt x="3747" y="2606"/>
                    <a:pt x="3878" y="2521"/>
                  </a:cubicBezTo>
                  <a:cubicBezTo>
                    <a:pt x="3934" y="2484"/>
                    <a:pt x="3901" y="2359"/>
                    <a:pt x="3832" y="2359"/>
                  </a:cubicBezTo>
                  <a:cubicBezTo>
                    <a:pt x="3830" y="2359"/>
                    <a:pt x="3828" y="2359"/>
                    <a:pt x="3827" y="2359"/>
                  </a:cubicBezTo>
                  <a:cubicBezTo>
                    <a:pt x="2994" y="1721"/>
                    <a:pt x="2967" y="1269"/>
                    <a:pt x="3746" y="1006"/>
                  </a:cubicBezTo>
                  <a:lnTo>
                    <a:pt x="3746" y="1006"/>
                  </a:lnTo>
                  <a:cubicBezTo>
                    <a:pt x="4493" y="1009"/>
                    <a:pt x="4867" y="1330"/>
                    <a:pt x="4871" y="1971"/>
                  </a:cubicBezTo>
                  <a:cubicBezTo>
                    <a:pt x="4871" y="2324"/>
                    <a:pt x="4689" y="2646"/>
                    <a:pt x="4419" y="2867"/>
                  </a:cubicBezTo>
                  <a:cubicBezTo>
                    <a:pt x="4057" y="3164"/>
                    <a:pt x="3599" y="3279"/>
                    <a:pt x="3141" y="3279"/>
                  </a:cubicBezTo>
                  <a:cubicBezTo>
                    <a:pt x="2996" y="3279"/>
                    <a:pt x="2850" y="3267"/>
                    <a:pt x="2708" y="3246"/>
                  </a:cubicBezTo>
                  <a:cubicBezTo>
                    <a:pt x="1165" y="3017"/>
                    <a:pt x="293" y="1551"/>
                    <a:pt x="882" y="96"/>
                  </a:cubicBezTo>
                  <a:cubicBezTo>
                    <a:pt x="892" y="72"/>
                    <a:pt x="874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441130" y="4649747"/>
              <a:ext cx="294638" cy="280747"/>
            </a:xfrm>
            <a:custGeom>
              <a:avLst/>
              <a:gdLst/>
              <a:ahLst/>
              <a:cxnLst/>
              <a:rect l="l" t="t" r="r" b="b"/>
              <a:pathLst>
                <a:path w="3871" h="4442" extrusionOk="0">
                  <a:moveTo>
                    <a:pt x="958" y="0"/>
                  </a:moveTo>
                  <a:cubicBezTo>
                    <a:pt x="953" y="0"/>
                    <a:pt x="947" y="1"/>
                    <a:pt x="941" y="4"/>
                  </a:cubicBezTo>
                  <a:cubicBezTo>
                    <a:pt x="0" y="409"/>
                    <a:pt x="299" y="2448"/>
                    <a:pt x="707" y="3131"/>
                  </a:cubicBezTo>
                  <a:cubicBezTo>
                    <a:pt x="1156" y="3886"/>
                    <a:pt x="2056" y="4441"/>
                    <a:pt x="2947" y="4441"/>
                  </a:cubicBezTo>
                  <a:cubicBezTo>
                    <a:pt x="3222" y="4441"/>
                    <a:pt x="3497" y="4388"/>
                    <a:pt x="3757" y="4271"/>
                  </a:cubicBezTo>
                  <a:cubicBezTo>
                    <a:pt x="3871" y="4219"/>
                    <a:pt x="3743" y="4037"/>
                    <a:pt x="3647" y="4037"/>
                  </a:cubicBezTo>
                  <a:cubicBezTo>
                    <a:pt x="3645" y="4037"/>
                    <a:pt x="3642" y="4037"/>
                    <a:pt x="3639" y="4038"/>
                  </a:cubicBezTo>
                  <a:cubicBezTo>
                    <a:pt x="3498" y="4055"/>
                    <a:pt x="3359" y="4063"/>
                    <a:pt x="3221" y="4063"/>
                  </a:cubicBezTo>
                  <a:cubicBezTo>
                    <a:pt x="2054" y="4063"/>
                    <a:pt x="1017" y="3453"/>
                    <a:pt x="764" y="2198"/>
                  </a:cubicBezTo>
                  <a:cubicBezTo>
                    <a:pt x="615" y="1458"/>
                    <a:pt x="753" y="796"/>
                    <a:pt x="1005" y="102"/>
                  </a:cubicBezTo>
                  <a:cubicBezTo>
                    <a:pt x="1018" y="69"/>
                    <a:pt x="998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9" name="Google Shape;1789;p39"/>
          <p:cNvSpPr/>
          <p:nvPr/>
        </p:nvSpPr>
        <p:spPr>
          <a:xfrm>
            <a:off x="347113" y="3430428"/>
            <a:ext cx="171075" cy="16912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9"/>
          <p:cNvSpPr/>
          <p:nvPr/>
        </p:nvSpPr>
        <p:spPr>
          <a:xfrm rot="10800000">
            <a:off x="8665675" y="161687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362925" y="1328808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8579172" y="1576308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9"/>
          <p:cNvGrpSpPr/>
          <p:nvPr/>
        </p:nvGrpSpPr>
        <p:grpSpPr>
          <a:xfrm>
            <a:off x="7682691" y="326616"/>
            <a:ext cx="1165712" cy="731889"/>
            <a:chOff x="6925510" y="205316"/>
            <a:chExt cx="905688" cy="530354"/>
          </a:xfrm>
        </p:grpSpPr>
        <p:sp>
          <p:nvSpPr>
            <p:cNvPr id="1794" name="Google Shape;1794;p39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9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0" name="Google Shape;1800;p39"/>
          <p:cNvSpPr/>
          <p:nvPr/>
        </p:nvSpPr>
        <p:spPr>
          <a:xfrm>
            <a:off x="7167165" y="3185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713218" y="232634"/>
            <a:ext cx="1214145" cy="735845"/>
            <a:chOff x="478326" y="2825649"/>
            <a:chExt cx="1012293" cy="613511"/>
          </a:xfrm>
        </p:grpSpPr>
        <p:sp>
          <p:nvSpPr>
            <p:cNvPr id="1802" name="Google Shape;1802;p39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9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9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3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0" name="Google Shape;1810;p39"/>
          <p:cNvGrpSpPr/>
          <p:nvPr/>
        </p:nvGrpSpPr>
        <p:grpSpPr>
          <a:xfrm>
            <a:off x="7341819" y="2878537"/>
            <a:ext cx="1176151" cy="2014722"/>
            <a:chOff x="7341819" y="2878537"/>
            <a:chExt cx="1176151" cy="2014722"/>
          </a:xfrm>
        </p:grpSpPr>
        <p:sp>
          <p:nvSpPr>
            <p:cNvPr id="1811" name="Google Shape;1811;p39"/>
            <p:cNvSpPr/>
            <p:nvPr/>
          </p:nvSpPr>
          <p:spPr>
            <a:xfrm rot="373081">
              <a:off x="7438117" y="4174411"/>
              <a:ext cx="716070" cy="682076"/>
            </a:xfrm>
            <a:custGeom>
              <a:avLst/>
              <a:gdLst/>
              <a:ahLst/>
              <a:cxnLst/>
              <a:rect l="l" t="t" r="r" b="b"/>
              <a:pathLst>
                <a:path w="6888" h="6561" extrusionOk="0">
                  <a:moveTo>
                    <a:pt x="1992" y="1"/>
                  </a:moveTo>
                  <a:cubicBezTo>
                    <a:pt x="1617" y="1"/>
                    <a:pt x="1258" y="1"/>
                    <a:pt x="958" y="31"/>
                  </a:cubicBezTo>
                  <a:lnTo>
                    <a:pt x="824" y="31"/>
                  </a:lnTo>
                  <a:cubicBezTo>
                    <a:pt x="315" y="61"/>
                    <a:pt x="0" y="136"/>
                    <a:pt x="15" y="255"/>
                  </a:cubicBezTo>
                  <a:cubicBezTo>
                    <a:pt x="15" y="255"/>
                    <a:pt x="719" y="6154"/>
                    <a:pt x="1228" y="6259"/>
                  </a:cubicBezTo>
                  <a:cubicBezTo>
                    <a:pt x="1541" y="6335"/>
                    <a:pt x="3004" y="6560"/>
                    <a:pt x="4136" y="6560"/>
                  </a:cubicBezTo>
                  <a:cubicBezTo>
                    <a:pt x="4792" y="6560"/>
                    <a:pt x="5337" y="6484"/>
                    <a:pt x="5480" y="6259"/>
                  </a:cubicBezTo>
                  <a:cubicBezTo>
                    <a:pt x="5884" y="5660"/>
                    <a:pt x="6887" y="390"/>
                    <a:pt x="6768" y="255"/>
                  </a:cubicBezTo>
                  <a:cubicBezTo>
                    <a:pt x="6738" y="196"/>
                    <a:pt x="5675" y="106"/>
                    <a:pt x="4402" y="46"/>
                  </a:cubicBezTo>
                  <a:lnTo>
                    <a:pt x="4267" y="46"/>
                  </a:lnTo>
                  <a:cubicBezTo>
                    <a:pt x="3564" y="16"/>
                    <a:pt x="2800" y="1"/>
                    <a:pt x="2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9"/>
            <p:cNvSpPr/>
            <p:nvPr/>
          </p:nvSpPr>
          <p:spPr>
            <a:xfrm rot="373081">
              <a:off x="7465266" y="2982328"/>
              <a:ext cx="90029" cy="69133"/>
            </a:xfrm>
            <a:custGeom>
              <a:avLst/>
              <a:gdLst/>
              <a:ahLst/>
              <a:cxnLst/>
              <a:rect l="l" t="t" r="r" b="b"/>
              <a:pathLst>
                <a:path w="866" h="665" extrusionOk="0">
                  <a:moveTo>
                    <a:pt x="650" y="0"/>
                  </a:moveTo>
                  <a:cubicBezTo>
                    <a:pt x="641" y="0"/>
                    <a:pt x="633" y="2"/>
                    <a:pt x="626" y="6"/>
                  </a:cubicBezTo>
                  <a:cubicBezTo>
                    <a:pt x="581" y="6"/>
                    <a:pt x="566" y="51"/>
                    <a:pt x="581" y="81"/>
                  </a:cubicBezTo>
                  <a:lnTo>
                    <a:pt x="685" y="530"/>
                  </a:lnTo>
                  <a:lnTo>
                    <a:pt x="72" y="530"/>
                  </a:lnTo>
                  <a:cubicBezTo>
                    <a:pt x="68" y="529"/>
                    <a:pt x="65" y="529"/>
                    <a:pt x="61" y="529"/>
                  </a:cubicBezTo>
                  <a:cubicBezTo>
                    <a:pt x="0" y="529"/>
                    <a:pt x="0" y="651"/>
                    <a:pt x="61" y="651"/>
                  </a:cubicBezTo>
                  <a:cubicBezTo>
                    <a:pt x="65" y="651"/>
                    <a:pt x="68" y="650"/>
                    <a:pt x="72" y="650"/>
                  </a:cubicBezTo>
                  <a:lnTo>
                    <a:pt x="72" y="665"/>
                  </a:lnTo>
                  <a:lnTo>
                    <a:pt x="865" y="665"/>
                  </a:lnTo>
                  <a:lnTo>
                    <a:pt x="700" y="51"/>
                  </a:lnTo>
                  <a:cubicBezTo>
                    <a:pt x="700" y="17"/>
                    <a:pt x="675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 rot="373081">
              <a:off x="7406876" y="2931485"/>
              <a:ext cx="1046036" cy="1258113"/>
            </a:xfrm>
            <a:custGeom>
              <a:avLst/>
              <a:gdLst/>
              <a:ahLst/>
              <a:cxnLst/>
              <a:rect l="l" t="t" r="r" b="b"/>
              <a:pathLst>
                <a:path w="10062" h="12102" extrusionOk="0">
                  <a:moveTo>
                    <a:pt x="8935" y="4565"/>
                  </a:moveTo>
                  <a:cubicBezTo>
                    <a:pt x="9035" y="4565"/>
                    <a:pt x="9133" y="4582"/>
                    <a:pt x="9223" y="4616"/>
                  </a:cubicBezTo>
                  <a:cubicBezTo>
                    <a:pt x="7966" y="4781"/>
                    <a:pt x="5989" y="7371"/>
                    <a:pt x="5615" y="7865"/>
                  </a:cubicBezTo>
                  <a:cubicBezTo>
                    <a:pt x="5600" y="7715"/>
                    <a:pt x="5585" y="7565"/>
                    <a:pt x="5570" y="7416"/>
                  </a:cubicBezTo>
                  <a:lnTo>
                    <a:pt x="5585" y="7401"/>
                  </a:lnTo>
                  <a:cubicBezTo>
                    <a:pt x="5600" y="7371"/>
                    <a:pt x="7546" y="4721"/>
                    <a:pt x="8834" y="4571"/>
                  </a:cubicBezTo>
                  <a:cubicBezTo>
                    <a:pt x="8868" y="4567"/>
                    <a:pt x="8901" y="4565"/>
                    <a:pt x="8935" y="4565"/>
                  </a:cubicBezTo>
                  <a:close/>
                  <a:moveTo>
                    <a:pt x="9335" y="4744"/>
                  </a:moveTo>
                  <a:cubicBezTo>
                    <a:pt x="9368" y="4744"/>
                    <a:pt x="9401" y="4746"/>
                    <a:pt x="9433" y="4751"/>
                  </a:cubicBezTo>
                  <a:cubicBezTo>
                    <a:pt x="9493" y="4811"/>
                    <a:pt x="9538" y="4870"/>
                    <a:pt x="9583" y="4930"/>
                  </a:cubicBezTo>
                  <a:cubicBezTo>
                    <a:pt x="9523" y="6053"/>
                    <a:pt x="6154" y="7955"/>
                    <a:pt x="5645" y="8254"/>
                  </a:cubicBezTo>
                  <a:cubicBezTo>
                    <a:pt x="5645" y="8179"/>
                    <a:pt x="5645" y="8119"/>
                    <a:pt x="5630" y="8044"/>
                  </a:cubicBezTo>
                  <a:cubicBezTo>
                    <a:pt x="5645" y="8044"/>
                    <a:pt x="5660" y="8030"/>
                    <a:pt x="5675" y="8030"/>
                  </a:cubicBezTo>
                  <a:cubicBezTo>
                    <a:pt x="5690" y="7986"/>
                    <a:pt x="8064" y="4744"/>
                    <a:pt x="9335" y="4744"/>
                  </a:cubicBezTo>
                  <a:close/>
                  <a:moveTo>
                    <a:pt x="9702" y="5095"/>
                  </a:moveTo>
                  <a:cubicBezTo>
                    <a:pt x="9747" y="5215"/>
                    <a:pt x="9762" y="5365"/>
                    <a:pt x="9732" y="5499"/>
                  </a:cubicBezTo>
                  <a:cubicBezTo>
                    <a:pt x="9687" y="5874"/>
                    <a:pt x="9388" y="6248"/>
                    <a:pt x="8984" y="6622"/>
                  </a:cubicBezTo>
                  <a:cubicBezTo>
                    <a:pt x="7936" y="7595"/>
                    <a:pt x="6094" y="8494"/>
                    <a:pt x="5690" y="8673"/>
                  </a:cubicBezTo>
                  <a:cubicBezTo>
                    <a:pt x="5690" y="8583"/>
                    <a:pt x="5675" y="8494"/>
                    <a:pt x="5660" y="8389"/>
                  </a:cubicBezTo>
                  <a:cubicBezTo>
                    <a:pt x="5930" y="8239"/>
                    <a:pt x="9328" y="6353"/>
                    <a:pt x="9702" y="5095"/>
                  </a:cubicBezTo>
                  <a:close/>
                  <a:moveTo>
                    <a:pt x="3482" y="1"/>
                  </a:moveTo>
                  <a:cubicBezTo>
                    <a:pt x="3475" y="1"/>
                    <a:pt x="3467" y="2"/>
                    <a:pt x="3459" y="5"/>
                  </a:cubicBezTo>
                  <a:cubicBezTo>
                    <a:pt x="3429" y="5"/>
                    <a:pt x="3399" y="35"/>
                    <a:pt x="3414" y="80"/>
                  </a:cubicBezTo>
                  <a:lnTo>
                    <a:pt x="3579" y="1158"/>
                  </a:lnTo>
                  <a:cubicBezTo>
                    <a:pt x="3459" y="1038"/>
                    <a:pt x="3324" y="948"/>
                    <a:pt x="3175" y="858"/>
                  </a:cubicBezTo>
                  <a:cubicBezTo>
                    <a:pt x="3055" y="798"/>
                    <a:pt x="2920" y="753"/>
                    <a:pt x="2785" y="723"/>
                  </a:cubicBezTo>
                  <a:lnTo>
                    <a:pt x="2681" y="259"/>
                  </a:lnTo>
                  <a:cubicBezTo>
                    <a:pt x="2681" y="214"/>
                    <a:pt x="2636" y="199"/>
                    <a:pt x="2606" y="199"/>
                  </a:cubicBezTo>
                  <a:cubicBezTo>
                    <a:pt x="2576" y="214"/>
                    <a:pt x="2546" y="244"/>
                    <a:pt x="2546" y="274"/>
                  </a:cubicBezTo>
                  <a:lnTo>
                    <a:pt x="2636" y="708"/>
                  </a:lnTo>
                  <a:cubicBezTo>
                    <a:pt x="2589" y="705"/>
                    <a:pt x="2541" y="703"/>
                    <a:pt x="2494" y="703"/>
                  </a:cubicBezTo>
                  <a:cubicBezTo>
                    <a:pt x="2168" y="703"/>
                    <a:pt x="1846" y="793"/>
                    <a:pt x="1558" y="963"/>
                  </a:cubicBezTo>
                  <a:cubicBezTo>
                    <a:pt x="884" y="1322"/>
                    <a:pt x="630" y="2325"/>
                    <a:pt x="600" y="3583"/>
                  </a:cubicBezTo>
                  <a:lnTo>
                    <a:pt x="420" y="3418"/>
                  </a:lnTo>
                  <a:cubicBezTo>
                    <a:pt x="405" y="3403"/>
                    <a:pt x="386" y="3396"/>
                    <a:pt x="368" y="3396"/>
                  </a:cubicBezTo>
                  <a:cubicBezTo>
                    <a:pt x="349" y="3396"/>
                    <a:pt x="330" y="3403"/>
                    <a:pt x="315" y="3418"/>
                  </a:cubicBezTo>
                  <a:cubicBezTo>
                    <a:pt x="300" y="3448"/>
                    <a:pt x="300" y="3493"/>
                    <a:pt x="315" y="3508"/>
                  </a:cubicBezTo>
                  <a:lnTo>
                    <a:pt x="585" y="3748"/>
                  </a:lnTo>
                  <a:cubicBezTo>
                    <a:pt x="585" y="4182"/>
                    <a:pt x="615" y="4661"/>
                    <a:pt x="660" y="5140"/>
                  </a:cubicBezTo>
                  <a:lnTo>
                    <a:pt x="121" y="4766"/>
                  </a:lnTo>
                  <a:cubicBezTo>
                    <a:pt x="108" y="4759"/>
                    <a:pt x="93" y="4756"/>
                    <a:pt x="78" y="4756"/>
                  </a:cubicBezTo>
                  <a:cubicBezTo>
                    <a:pt x="56" y="4756"/>
                    <a:pt x="33" y="4763"/>
                    <a:pt x="16" y="4781"/>
                  </a:cubicBezTo>
                  <a:cubicBezTo>
                    <a:pt x="1" y="4811"/>
                    <a:pt x="16" y="4856"/>
                    <a:pt x="46" y="4885"/>
                  </a:cubicBezTo>
                  <a:lnTo>
                    <a:pt x="555" y="5230"/>
                  </a:lnTo>
                  <a:lnTo>
                    <a:pt x="31" y="5933"/>
                  </a:lnTo>
                  <a:cubicBezTo>
                    <a:pt x="1" y="5963"/>
                    <a:pt x="16" y="6008"/>
                    <a:pt x="31" y="6023"/>
                  </a:cubicBezTo>
                  <a:cubicBezTo>
                    <a:pt x="46" y="6038"/>
                    <a:pt x="61" y="6038"/>
                    <a:pt x="76" y="6038"/>
                  </a:cubicBezTo>
                  <a:cubicBezTo>
                    <a:pt x="106" y="6038"/>
                    <a:pt x="121" y="6023"/>
                    <a:pt x="135" y="6008"/>
                  </a:cubicBezTo>
                  <a:lnTo>
                    <a:pt x="674" y="5290"/>
                  </a:lnTo>
                  <a:cubicBezTo>
                    <a:pt x="764" y="6203"/>
                    <a:pt x="914" y="7146"/>
                    <a:pt x="1094" y="8000"/>
                  </a:cubicBezTo>
                  <a:cubicBezTo>
                    <a:pt x="1079" y="8000"/>
                    <a:pt x="1064" y="8015"/>
                    <a:pt x="1064" y="8015"/>
                  </a:cubicBezTo>
                  <a:lnTo>
                    <a:pt x="734" y="8404"/>
                  </a:lnTo>
                  <a:cubicBezTo>
                    <a:pt x="689" y="8449"/>
                    <a:pt x="719" y="8524"/>
                    <a:pt x="779" y="8524"/>
                  </a:cubicBezTo>
                  <a:cubicBezTo>
                    <a:pt x="794" y="8524"/>
                    <a:pt x="824" y="8509"/>
                    <a:pt x="839" y="8494"/>
                  </a:cubicBezTo>
                  <a:lnTo>
                    <a:pt x="1124" y="8149"/>
                  </a:lnTo>
                  <a:cubicBezTo>
                    <a:pt x="1273" y="8898"/>
                    <a:pt x="1438" y="9572"/>
                    <a:pt x="1558" y="10096"/>
                  </a:cubicBezTo>
                  <a:cubicBezTo>
                    <a:pt x="1797" y="11009"/>
                    <a:pt x="1992" y="11698"/>
                    <a:pt x="2127" y="12072"/>
                  </a:cubicBezTo>
                  <a:lnTo>
                    <a:pt x="2276" y="12072"/>
                  </a:lnTo>
                  <a:cubicBezTo>
                    <a:pt x="1737" y="10350"/>
                    <a:pt x="704" y="6428"/>
                    <a:pt x="719" y="3718"/>
                  </a:cubicBezTo>
                  <a:cubicBezTo>
                    <a:pt x="719" y="3254"/>
                    <a:pt x="764" y="2804"/>
                    <a:pt x="854" y="2355"/>
                  </a:cubicBezTo>
                  <a:cubicBezTo>
                    <a:pt x="929" y="1936"/>
                    <a:pt x="1124" y="1547"/>
                    <a:pt x="1408" y="1247"/>
                  </a:cubicBezTo>
                  <a:lnTo>
                    <a:pt x="1408" y="1247"/>
                  </a:lnTo>
                  <a:cubicBezTo>
                    <a:pt x="1124" y="2295"/>
                    <a:pt x="1902" y="5754"/>
                    <a:pt x="3190" y="11593"/>
                  </a:cubicBezTo>
                  <a:lnTo>
                    <a:pt x="3295" y="12057"/>
                  </a:lnTo>
                  <a:lnTo>
                    <a:pt x="3429" y="12057"/>
                  </a:lnTo>
                  <a:lnTo>
                    <a:pt x="3324" y="11563"/>
                  </a:lnTo>
                  <a:cubicBezTo>
                    <a:pt x="2875" y="9557"/>
                    <a:pt x="2486" y="7775"/>
                    <a:pt x="2172" y="6278"/>
                  </a:cubicBezTo>
                  <a:lnTo>
                    <a:pt x="2187" y="6278"/>
                  </a:lnTo>
                  <a:lnTo>
                    <a:pt x="2636" y="6218"/>
                  </a:lnTo>
                  <a:cubicBezTo>
                    <a:pt x="2666" y="6218"/>
                    <a:pt x="2696" y="6188"/>
                    <a:pt x="2696" y="6158"/>
                  </a:cubicBezTo>
                  <a:cubicBezTo>
                    <a:pt x="2683" y="6121"/>
                    <a:pt x="2661" y="6094"/>
                    <a:pt x="2637" y="6094"/>
                  </a:cubicBezTo>
                  <a:cubicBezTo>
                    <a:pt x="2631" y="6094"/>
                    <a:pt x="2626" y="6096"/>
                    <a:pt x="2621" y="6098"/>
                  </a:cubicBezTo>
                  <a:lnTo>
                    <a:pt x="2172" y="6143"/>
                  </a:lnTo>
                  <a:cubicBezTo>
                    <a:pt x="2172" y="6143"/>
                    <a:pt x="2157" y="6143"/>
                    <a:pt x="2142" y="6158"/>
                  </a:cubicBezTo>
                  <a:cubicBezTo>
                    <a:pt x="1977" y="5305"/>
                    <a:pt x="1827" y="4556"/>
                    <a:pt x="1722" y="3912"/>
                  </a:cubicBezTo>
                  <a:lnTo>
                    <a:pt x="2082" y="3029"/>
                  </a:lnTo>
                  <a:cubicBezTo>
                    <a:pt x="2112" y="2978"/>
                    <a:pt x="2054" y="2935"/>
                    <a:pt x="2008" y="2935"/>
                  </a:cubicBezTo>
                  <a:cubicBezTo>
                    <a:pt x="1986" y="2935"/>
                    <a:pt x="1967" y="2945"/>
                    <a:pt x="1962" y="2969"/>
                  </a:cubicBezTo>
                  <a:lnTo>
                    <a:pt x="1678" y="3658"/>
                  </a:lnTo>
                  <a:cubicBezTo>
                    <a:pt x="1453" y="2235"/>
                    <a:pt x="1408" y="1352"/>
                    <a:pt x="1633" y="1098"/>
                  </a:cubicBezTo>
                  <a:cubicBezTo>
                    <a:pt x="1782" y="1008"/>
                    <a:pt x="1947" y="948"/>
                    <a:pt x="2127" y="903"/>
                  </a:cubicBezTo>
                  <a:cubicBezTo>
                    <a:pt x="2127" y="918"/>
                    <a:pt x="2142" y="933"/>
                    <a:pt x="2172" y="933"/>
                  </a:cubicBezTo>
                  <a:cubicBezTo>
                    <a:pt x="2771" y="1098"/>
                    <a:pt x="3953" y="3313"/>
                    <a:pt x="4537" y="10620"/>
                  </a:cubicBezTo>
                  <a:cubicBezTo>
                    <a:pt x="4552" y="10665"/>
                    <a:pt x="4582" y="10694"/>
                    <a:pt x="4612" y="10694"/>
                  </a:cubicBezTo>
                  <a:cubicBezTo>
                    <a:pt x="4642" y="10679"/>
                    <a:pt x="4672" y="10650"/>
                    <a:pt x="4672" y="10620"/>
                  </a:cubicBezTo>
                  <a:cubicBezTo>
                    <a:pt x="4507" y="8539"/>
                    <a:pt x="4283" y="6847"/>
                    <a:pt x="4043" y="5484"/>
                  </a:cubicBezTo>
                  <a:cubicBezTo>
                    <a:pt x="4058" y="5484"/>
                    <a:pt x="4073" y="5469"/>
                    <a:pt x="4088" y="5454"/>
                  </a:cubicBezTo>
                  <a:cubicBezTo>
                    <a:pt x="4118" y="5424"/>
                    <a:pt x="4447" y="5095"/>
                    <a:pt x="4657" y="4900"/>
                  </a:cubicBezTo>
                  <a:cubicBezTo>
                    <a:pt x="4687" y="4870"/>
                    <a:pt x="4687" y="4826"/>
                    <a:pt x="4657" y="4796"/>
                  </a:cubicBezTo>
                  <a:cubicBezTo>
                    <a:pt x="4642" y="4781"/>
                    <a:pt x="4623" y="4773"/>
                    <a:pt x="4605" y="4773"/>
                  </a:cubicBezTo>
                  <a:cubicBezTo>
                    <a:pt x="4586" y="4773"/>
                    <a:pt x="4567" y="4781"/>
                    <a:pt x="4552" y="4796"/>
                  </a:cubicBezTo>
                  <a:cubicBezTo>
                    <a:pt x="4477" y="4870"/>
                    <a:pt x="4118" y="5230"/>
                    <a:pt x="4013" y="5350"/>
                  </a:cubicBezTo>
                  <a:cubicBezTo>
                    <a:pt x="3489" y="2505"/>
                    <a:pt x="2845" y="1158"/>
                    <a:pt x="2321" y="858"/>
                  </a:cubicBezTo>
                  <a:cubicBezTo>
                    <a:pt x="2375" y="852"/>
                    <a:pt x="2430" y="849"/>
                    <a:pt x="2484" y="849"/>
                  </a:cubicBezTo>
                  <a:cubicBezTo>
                    <a:pt x="2703" y="849"/>
                    <a:pt x="2923" y="897"/>
                    <a:pt x="3115" y="993"/>
                  </a:cubicBezTo>
                  <a:cubicBezTo>
                    <a:pt x="3474" y="1187"/>
                    <a:pt x="3893" y="1607"/>
                    <a:pt x="4298" y="2460"/>
                  </a:cubicBezTo>
                  <a:cubicBezTo>
                    <a:pt x="4298" y="2460"/>
                    <a:pt x="4298" y="2475"/>
                    <a:pt x="4313" y="2490"/>
                  </a:cubicBezTo>
                  <a:cubicBezTo>
                    <a:pt x="4732" y="3388"/>
                    <a:pt x="5106" y="4781"/>
                    <a:pt x="5376" y="6922"/>
                  </a:cubicBezTo>
                  <a:cubicBezTo>
                    <a:pt x="5585" y="8643"/>
                    <a:pt x="5660" y="10380"/>
                    <a:pt x="5555" y="12102"/>
                  </a:cubicBezTo>
                  <a:lnTo>
                    <a:pt x="5690" y="12102"/>
                  </a:lnTo>
                  <a:cubicBezTo>
                    <a:pt x="5765" y="11024"/>
                    <a:pt x="5750" y="9931"/>
                    <a:pt x="5675" y="8838"/>
                  </a:cubicBezTo>
                  <a:cubicBezTo>
                    <a:pt x="5989" y="8688"/>
                    <a:pt x="7891" y="7805"/>
                    <a:pt x="9029" y="6772"/>
                  </a:cubicBezTo>
                  <a:lnTo>
                    <a:pt x="9493" y="7161"/>
                  </a:lnTo>
                  <a:cubicBezTo>
                    <a:pt x="9508" y="7176"/>
                    <a:pt x="9526" y="7184"/>
                    <a:pt x="9543" y="7184"/>
                  </a:cubicBezTo>
                  <a:cubicBezTo>
                    <a:pt x="9560" y="7184"/>
                    <a:pt x="9575" y="7176"/>
                    <a:pt x="9583" y="7161"/>
                  </a:cubicBezTo>
                  <a:cubicBezTo>
                    <a:pt x="9613" y="7146"/>
                    <a:pt x="9613" y="7101"/>
                    <a:pt x="9583" y="7071"/>
                  </a:cubicBezTo>
                  <a:lnTo>
                    <a:pt x="9133" y="6682"/>
                  </a:lnTo>
                  <a:cubicBezTo>
                    <a:pt x="9538" y="6308"/>
                    <a:pt x="9822" y="5904"/>
                    <a:pt x="9867" y="5529"/>
                  </a:cubicBezTo>
                  <a:cubicBezTo>
                    <a:pt x="9912" y="5320"/>
                    <a:pt x="9852" y="5110"/>
                    <a:pt x="9747" y="4930"/>
                  </a:cubicBezTo>
                  <a:lnTo>
                    <a:pt x="10032" y="4556"/>
                  </a:lnTo>
                  <a:cubicBezTo>
                    <a:pt x="10062" y="4526"/>
                    <a:pt x="10047" y="4481"/>
                    <a:pt x="10017" y="4466"/>
                  </a:cubicBezTo>
                  <a:cubicBezTo>
                    <a:pt x="10009" y="4451"/>
                    <a:pt x="9994" y="4444"/>
                    <a:pt x="9978" y="4444"/>
                  </a:cubicBezTo>
                  <a:cubicBezTo>
                    <a:pt x="9961" y="4444"/>
                    <a:pt x="9942" y="4451"/>
                    <a:pt x="9927" y="4466"/>
                  </a:cubicBezTo>
                  <a:lnTo>
                    <a:pt x="9658" y="4796"/>
                  </a:lnTo>
                  <a:cubicBezTo>
                    <a:pt x="9613" y="4736"/>
                    <a:pt x="9553" y="4691"/>
                    <a:pt x="9508" y="4631"/>
                  </a:cubicBezTo>
                  <a:cubicBezTo>
                    <a:pt x="9342" y="4503"/>
                    <a:pt x="9132" y="4430"/>
                    <a:pt x="8925" y="4430"/>
                  </a:cubicBezTo>
                  <a:cubicBezTo>
                    <a:pt x="8889" y="4430"/>
                    <a:pt x="8854" y="4432"/>
                    <a:pt x="8819" y="4436"/>
                  </a:cubicBezTo>
                  <a:cubicBezTo>
                    <a:pt x="8445" y="4511"/>
                    <a:pt x="8100" y="4661"/>
                    <a:pt x="7801" y="4900"/>
                  </a:cubicBezTo>
                  <a:lnTo>
                    <a:pt x="8011" y="4317"/>
                  </a:lnTo>
                  <a:cubicBezTo>
                    <a:pt x="8030" y="4269"/>
                    <a:pt x="7976" y="4233"/>
                    <a:pt x="7930" y="4233"/>
                  </a:cubicBezTo>
                  <a:cubicBezTo>
                    <a:pt x="7904" y="4233"/>
                    <a:pt x="7881" y="4245"/>
                    <a:pt x="7876" y="4272"/>
                  </a:cubicBezTo>
                  <a:lnTo>
                    <a:pt x="7711" y="4721"/>
                  </a:lnTo>
                  <a:lnTo>
                    <a:pt x="7307" y="4511"/>
                  </a:lnTo>
                  <a:cubicBezTo>
                    <a:pt x="7299" y="4507"/>
                    <a:pt x="7290" y="4505"/>
                    <a:pt x="7281" y="4505"/>
                  </a:cubicBezTo>
                  <a:cubicBezTo>
                    <a:pt x="7255" y="4505"/>
                    <a:pt x="7228" y="4519"/>
                    <a:pt x="7217" y="4541"/>
                  </a:cubicBezTo>
                  <a:cubicBezTo>
                    <a:pt x="7202" y="4571"/>
                    <a:pt x="7217" y="4616"/>
                    <a:pt x="7247" y="4631"/>
                  </a:cubicBezTo>
                  <a:lnTo>
                    <a:pt x="7771" y="4915"/>
                  </a:lnTo>
                  <a:cubicBezTo>
                    <a:pt x="6798" y="5604"/>
                    <a:pt x="5825" y="6847"/>
                    <a:pt x="5555" y="7221"/>
                  </a:cubicBezTo>
                  <a:cubicBezTo>
                    <a:pt x="5540" y="7101"/>
                    <a:pt x="5525" y="6996"/>
                    <a:pt x="5510" y="6892"/>
                  </a:cubicBezTo>
                  <a:cubicBezTo>
                    <a:pt x="5480" y="6607"/>
                    <a:pt x="5435" y="6323"/>
                    <a:pt x="5391" y="6023"/>
                  </a:cubicBezTo>
                  <a:lnTo>
                    <a:pt x="5391" y="6023"/>
                  </a:lnTo>
                  <a:cubicBezTo>
                    <a:pt x="5406" y="6038"/>
                    <a:pt x="5421" y="6038"/>
                    <a:pt x="5421" y="6038"/>
                  </a:cubicBezTo>
                  <a:lnTo>
                    <a:pt x="5450" y="6038"/>
                  </a:lnTo>
                  <a:lnTo>
                    <a:pt x="5810" y="5874"/>
                  </a:lnTo>
                  <a:cubicBezTo>
                    <a:pt x="5876" y="5847"/>
                    <a:pt x="5848" y="5749"/>
                    <a:pt x="5778" y="5749"/>
                  </a:cubicBezTo>
                  <a:cubicBezTo>
                    <a:pt x="5769" y="5749"/>
                    <a:pt x="5760" y="5751"/>
                    <a:pt x="5750" y="5754"/>
                  </a:cubicBezTo>
                  <a:lnTo>
                    <a:pt x="5391" y="5918"/>
                  </a:lnTo>
                  <a:lnTo>
                    <a:pt x="5376" y="5933"/>
                  </a:lnTo>
                  <a:cubicBezTo>
                    <a:pt x="5271" y="5185"/>
                    <a:pt x="5106" y="4451"/>
                    <a:pt x="4911" y="3718"/>
                  </a:cubicBezTo>
                  <a:lnTo>
                    <a:pt x="4911" y="3718"/>
                  </a:lnTo>
                  <a:lnTo>
                    <a:pt x="5570" y="4227"/>
                  </a:lnTo>
                  <a:cubicBezTo>
                    <a:pt x="5585" y="4227"/>
                    <a:pt x="5600" y="4242"/>
                    <a:pt x="5615" y="4242"/>
                  </a:cubicBezTo>
                  <a:cubicBezTo>
                    <a:pt x="5675" y="4242"/>
                    <a:pt x="5705" y="4152"/>
                    <a:pt x="5645" y="4107"/>
                  </a:cubicBezTo>
                  <a:lnTo>
                    <a:pt x="5061" y="3673"/>
                  </a:lnTo>
                  <a:lnTo>
                    <a:pt x="5331" y="3014"/>
                  </a:lnTo>
                  <a:cubicBezTo>
                    <a:pt x="5346" y="2969"/>
                    <a:pt x="5331" y="2939"/>
                    <a:pt x="5301" y="2924"/>
                  </a:cubicBezTo>
                  <a:cubicBezTo>
                    <a:pt x="5289" y="2920"/>
                    <a:pt x="5278" y="2918"/>
                    <a:pt x="5268" y="2918"/>
                  </a:cubicBezTo>
                  <a:cubicBezTo>
                    <a:pt x="5241" y="2918"/>
                    <a:pt x="5222" y="2932"/>
                    <a:pt x="5211" y="2954"/>
                  </a:cubicBezTo>
                  <a:lnTo>
                    <a:pt x="4896" y="3703"/>
                  </a:lnTo>
                  <a:cubicBezTo>
                    <a:pt x="4777" y="3283"/>
                    <a:pt x="4627" y="2849"/>
                    <a:pt x="4447" y="2445"/>
                  </a:cubicBezTo>
                  <a:lnTo>
                    <a:pt x="4732" y="2235"/>
                  </a:lnTo>
                  <a:cubicBezTo>
                    <a:pt x="4762" y="2206"/>
                    <a:pt x="4777" y="2161"/>
                    <a:pt x="4747" y="2131"/>
                  </a:cubicBezTo>
                  <a:cubicBezTo>
                    <a:pt x="4738" y="2113"/>
                    <a:pt x="4719" y="2106"/>
                    <a:pt x="4699" y="2106"/>
                  </a:cubicBezTo>
                  <a:cubicBezTo>
                    <a:pt x="4684" y="2106"/>
                    <a:pt x="4669" y="2110"/>
                    <a:pt x="4657" y="2116"/>
                  </a:cubicBezTo>
                  <a:lnTo>
                    <a:pt x="4387" y="2325"/>
                  </a:lnTo>
                  <a:cubicBezTo>
                    <a:pt x="4208" y="1891"/>
                    <a:pt x="3923" y="1487"/>
                    <a:pt x="3594" y="1158"/>
                  </a:cubicBezTo>
                  <a:lnTo>
                    <a:pt x="4627" y="888"/>
                  </a:lnTo>
                  <a:cubicBezTo>
                    <a:pt x="4657" y="888"/>
                    <a:pt x="4687" y="843"/>
                    <a:pt x="4672" y="813"/>
                  </a:cubicBezTo>
                  <a:cubicBezTo>
                    <a:pt x="4661" y="779"/>
                    <a:pt x="4641" y="763"/>
                    <a:pt x="4613" y="763"/>
                  </a:cubicBezTo>
                  <a:cubicBezTo>
                    <a:pt x="4604" y="763"/>
                    <a:pt x="4593" y="765"/>
                    <a:pt x="4582" y="768"/>
                  </a:cubicBezTo>
                  <a:lnTo>
                    <a:pt x="3699" y="993"/>
                  </a:lnTo>
                  <a:lnTo>
                    <a:pt x="3534" y="50"/>
                  </a:lnTo>
                  <a:cubicBezTo>
                    <a:pt x="3534" y="25"/>
                    <a:pt x="3514" y="1"/>
                    <a:pt x="3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85" r:id="rId4"/>
    <p:sldLayoutId id="2147483701" r:id="rId5"/>
    <p:sldLayoutId id="2147483702" r:id="rId6"/>
    <p:sldLayoutId id="214748370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7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187810" y="222507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dirty="0" smtClean="0"/>
              <a:t>Review(Lists)</a:t>
            </a:r>
            <a:endParaRPr sz="1400" dirty="0"/>
          </a:p>
        </p:txBody>
      </p:sp>
      <p:sp>
        <p:nvSpPr>
          <p:cNvPr id="6" name="Google Shape;2972;p67"/>
          <p:cNvSpPr txBox="1">
            <a:spLocks/>
          </p:cNvSpPr>
          <p:nvPr/>
        </p:nvSpPr>
        <p:spPr>
          <a:xfrm>
            <a:off x="1504721" y="2061004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A list is a box that stores multiple variables.</a:t>
            </a:r>
            <a:endParaRPr lang="en-AU" sz="900" b="0" dirty="0">
              <a:latin typeface="+mn-lt"/>
            </a:endParaRPr>
          </a:p>
        </p:txBody>
      </p:sp>
      <p:sp>
        <p:nvSpPr>
          <p:cNvPr id="8" name="Google Shape;2972;p67"/>
          <p:cNvSpPr txBox="1">
            <a:spLocks/>
          </p:cNvSpPr>
          <p:nvPr/>
        </p:nvSpPr>
        <p:spPr>
          <a:xfrm>
            <a:off x="1292638" y="2435266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A list starts with the 0</a:t>
            </a:r>
            <a:r>
              <a:rPr lang="en-US" sz="2000" b="0" baseline="30000" dirty="0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 element. The first element in a list </a:t>
            </a:r>
            <a:r>
              <a:rPr lang="en-US" sz="2000" b="0" dirty="0">
                <a:latin typeface="+mn-lt"/>
              </a:rPr>
              <a:t>i</a:t>
            </a:r>
            <a:r>
              <a:rPr lang="en-US" sz="2000" b="0" dirty="0" smtClean="0">
                <a:latin typeface="+mn-lt"/>
              </a:rPr>
              <a:t>s the 0</a:t>
            </a:r>
            <a:r>
              <a:rPr lang="en-US" sz="2000" b="0" baseline="30000" dirty="0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, not 1</a:t>
            </a:r>
            <a:r>
              <a:rPr lang="en-US" sz="2000" b="0" baseline="30000" dirty="0" smtClean="0">
                <a:latin typeface="+mn-lt"/>
              </a:rPr>
              <a:t>st</a:t>
            </a:r>
          </a:p>
          <a:p>
            <a:endParaRPr lang="en-US" sz="2000" b="0" baseline="30000" dirty="0">
              <a:latin typeface="+mn-lt"/>
            </a:endParaRPr>
          </a:p>
          <a:p>
            <a:endParaRPr lang="en-AU" sz="900" b="0" dirty="0">
              <a:latin typeface="+mn-lt"/>
            </a:endParaRPr>
          </a:p>
        </p:txBody>
      </p:sp>
      <p:sp>
        <p:nvSpPr>
          <p:cNvPr id="9" name="Google Shape;2972;p67"/>
          <p:cNvSpPr txBox="1">
            <a:spLocks/>
          </p:cNvSpPr>
          <p:nvPr/>
        </p:nvSpPr>
        <p:spPr>
          <a:xfrm>
            <a:off x="1376458" y="3182805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altLang="zh-CN" sz="2000" b="0" dirty="0" smtClean="0">
                <a:latin typeface="+mn-lt"/>
              </a:rPr>
              <a:t>Thus, the first element is denoted the index 0 element.</a:t>
            </a:r>
          </a:p>
          <a:p>
            <a:r>
              <a:rPr lang="en-US" altLang="zh-CN" sz="2000" b="0" dirty="0" smtClean="0">
                <a:latin typeface="+mn-lt"/>
              </a:rPr>
              <a:t>The second element is the index 1 element.</a:t>
            </a:r>
          </a:p>
          <a:p>
            <a:r>
              <a:rPr lang="en-US" altLang="zh-CN" sz="2000" b="0" dirty="0" smtClean="0">
                <a:latin typeface="+mn-lt"/>
              </a:rPr>
              <a:t>And so 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350" y="1421106"/>
            <a:ext cx="5696745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9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AU" sz="4800" dirty="0"/>
              <a:t>Review(Lists)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87" y="942747"/>
            <a:ext cx="6465213" cy="2470507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/>
          </p:cNvSpPr>
          <p:nvPr/>
        </p:nvSpPr>
        <p:spPr>
          <a:xfrm>
            <a:off x="1146581" y="3413947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>
                <a:latin typeface="+mn-lt"/>
              </a:rPr>
              <a:t>n</a:t>
            </a:r>
            <a:r>
              <a:rPr lang="en-US" sz="2000" b="0" dirty="0" smtClean="0">
                <a:latin typeface="+mn-lt"/>
              </a:rPr>
              <a:t>ames[n] denotes the index n element, or the </a:t>
            </a:r>
          </a:p>
          <a:p>
            <a:r>
              <a:rPr lang="en-US" sz="2000" b="0" dirty="0" smtClean="0">
                <a:latin typeface="+mn-lt"/>
              </a:rPr>
              <a:t>(n+1)</a:t>
            </a:r>
            <a:r>
              <a:rPr lang="en-US" sz="2000" b="0" dirty="0" err="1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 element </a:t>
            </a:r>
            <a:r>
              <a:rPr lang="en-US" sz="2000" b="0" dirty="0">
                <a:latin typeface="+mn-lt"/>
              </a:rPr>
              <a:t>i</a:t>
            </a:r>
            <a:r>
              <a:rPr lang="en-US" sz="2000" b="0" dirty="0" smtClean="0">
                <a:latin typeface="+mn-lt"/>
              </a:rPr>
              <a:t>n the list</a:t>
            </a:r>
          </a:p>
        </p:txBody>
      </p:sp>
    </p:spTree>
    <p:extLst>
      <p:ext uri="{BB962C8B-B14F-4D97-AF65-F5344CB8AC3E}">
        <p14:creationId xmlns:p14="http://schemas.microsoft.com/office/powerpoint/2010/main" val="64464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AU" sz="4800" dirty="0"/>
              <a:t>Review(Lists)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972;p67"/>
          <p:cNvSpPr txBox="1">
            <a:spLocks/>
          </p:cNvSpPr>
          <p:nvPr/>
        </p:nvSpPr>
        <p:spPr>
          <a:xfrm>
            <a:off x="1146581" y="3413947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You can change the first element of the list like this.</a:t>
            </a:r>
            <a:endParaRPr lang="en-AU" sz="9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" y="1397928"/>
            <a:ext cx="6982840" cy="18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2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8" y="72828"/>
            <a:ext cx="4902919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AU" sz="4800" dirty="0" smtClean="0"/>
              <a:t>Review </a:t>
            </a:r>
            <a:r>
              <a:rPr lang="en-US" sz="4800" dirty="0" smtClean="0"/>
              <a:t>Lists operations 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25" y="1324304"/>
            <a:ext cx="8367778" cy="313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9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1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1" y="3404587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“e”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3148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“cloudy”</a:t>
            </a:r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1298601" y="3805995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C. “weather2”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678295" y="3805994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D. “rainy”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83025" y="1120942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0" y="2022854"/>
            <a:ext cx="8649907" cy="5620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61" y="3003179"/>
            <a:ext cx="2219635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2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529695" y="3056966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“door”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15283" y="3108353"/>
            <a:ext cx="153321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5" y="2158699"/>
            <a:ext cx="8427721" cy="4818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582" y="2825219"/>
            <a:ext cx="1819529" cy="685896"/>
          </a:xfrm>
          <a:prstGeom prst="rect">
            <a:avLst/>
          </a:prstGeom>
        </p:spPr>
      </p:pic>
      <p:sp>
        <p:nvSpPr>
          <p:cNvPr id="14" name="Google Shape;3209;p76"/>
          <p:cNvSpPr txBox="1">
            <a:spLocks/>
          </p:cNvSpPr>
          <p:nvPr/>
        </p:nvSpPr>
        <p:spPr>
          <a:xfrm>
            <a:off x="1298602" y="3768009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582" y="3695832"/>
            <a:ext cx="1771897" cy="628738"/>
          </a:xfrm>
          <a:prstGeom prst="rect">
            <a:avLst/>
          </a:prstGeom>
        </p:spPr>
      </p:pic>
      <p:sp>
        <p:nvSpPr>
          <p:cNvPr id="16" name="Google Shape;3209;p76"/>
          <p:cNvSpPr txBox="1">
            <a:spLocks/>
          </p:cNvSpPr>
          <p:nvPr/>
        </p:nvSpPr>
        <p:spPr>
          <a:xfrm>
            <a:off x="4482063" y="3809664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doesn’t exist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5817" y="3768009"/>
            <a:ext cx="153321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79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3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1, 3, 6, 5, 8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23129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3, 6, 5, 8, 1</a:t>
            </a:r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1260542" y="3911541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C. 3, 6, 5, 8, 3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678294" y="3846867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D. 3, 6, 5, 8, 3, 6, 5 ,8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45835" y="114904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B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64" y="1659972"/>
            <a:ext cx="8598064" cy="142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4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3, 6,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848" y="3494275"/>
            <a:ext cx="98457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02" y="1442254"/>
            <a:ext cx="5820587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8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5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3, 6,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848" y="3452870"/>
            <a:ext cx="98457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979" y="1437994"/>
            <a:ext cx="596348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4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6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848" y="3452870"/>
            <a:ext cx="98457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410" y="1500876"/>
            <a:ext cx="5677692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Suppose we are given a list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use an algorithm to find the largest integer of this list?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328" y="1766534"/>
            <a:ext cx="4252913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786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try this: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prints every number from this list. Now we just need to compare them and find the largest.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39" y="1817973"/>
            <a:ext cx="4572000" cy="183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653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7" y="1438246"/>
            <a:ext cx="4435475" cy="305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0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Question: can we make a function that takes in a list, and find the maximum number of that list?</a:t>
            </a:r>
          </a:p>
        </p:txBody>
      </p:sp>
    </p:spTree>
    <p:extLst>
      <p:ext uri="{BB962C8B-B14F-4D97-AF65-F5344CB8AC3E}">
        <p14:creationId xmlns:p14="http://schemas.microsoft.com/office/powerpoint/2010/main" val="26363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Question: can we make a function that takes in a list, and find the maximum number of that list?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define a function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726" y="3043238"/>
            <a:ext cx="30099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819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518" y="1389063"/>
            <a:ext cx="554831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242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will print 9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52" y="1917175"/>
            <a:ext cx="4199586" cy="2444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310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finds the minimum of this list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141" y="2398712"/>
            <a:ext cx="4351337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98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write a script that finds the minimum of this list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101" y="1854325"/>
            <a:ext cx="3771832" cy="254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76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a function that takes in a list and return the smallest number. (In other words, convert this into a function)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585" y="2194857"/>
            <a:ext cx="3243798" cy="2185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482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List Algorisms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 make a function that takes in a list and return the smallest number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689" y="2106864"/>
            <a:ext cx="3955859" cy="219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601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425</Words>
  <Application>Microsoft Office PowerPoint</Application>
  <PresentationFormat>On-screen Show (16:9)</PresentationFormat>
  <Paragraphs>73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Amatic SC</vt:lpstr>
      <vt:lpstr>Didact Gothic</vt:lpstr>
      <vt:lpstr>Arial</vt:lpstr>
      <vt:lpstr>Giant Doodles Newsletter by Slidesgo</vt:lpstr>
      <vt:lpstr>Python week 7</vt:lpstr>
      <vt:lpstr>Review(Lists)</vt:lpstr>
      <vt:lpstr>Review(Lists)</vt:lpstr>
      <vt:lpstr>Review(Lists)</vt:lpstr>
      <vt:lpstr>Review Lists operations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  <vt:lpstr>List Algorisms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49</cp:revision>
  <dcterms:modified xsi:type="dcterms:W3CDTF">2026-09-05T03:52:46Z</dcterms:modified>
</cp:coreProperties>
</file>